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11.jpeg" ContentType="image/jpeg"/>
  <Override PartName="/ppt/media/image12.jpeg" ContentType="image/jpeg"/>
  <Override PartName="/ppt/media/image10.jpeg" ContentType="image/jpeg"/>
  <Override PartName="/ppt/media/image15.png" ContentType="image/png"/>
  <Override PartName="/ppt/media/image13.png" ContentType="image/png"/>
  <Override PartName="/ppt/media/image16.png" ContentType="image/png"/>
  <Override PartName="/ppt/media/image9.jpeg" ContentType="image/jpeg"/>
  <Override PartName="/ppt/media/image8.jpeg" ContentType="image/jpeg"/>
  <Override PartName="/ppt/media/image7.jpeg" ContentType="image/jpeg"/>
  <Override PartName="/ppt/media/image20.png" ContentType="image/png"/>
  <Override PartName="/ppt/media/image22.png" ContentType="image/png"/>
  <Override PartName="/ppt/media/image19.png" ContentType="image/png"/>
  <Override PartName="/ppt/media/image21.png" ContentType="image/png"/>
  <Override PartName="/ppt/media/image4.jpeg" ContentType="image/jpeg"/>
  <Override PartName="/ppt/media/image14.png" ContentType="image/png"/>
  <Override PartName="/ppt/media/image1.jpeg" ContentType="image/jpeg"/>
  <Override PartName="/ppt/media/image18.png" ContentType="image/png"/>
  <Override PartName="/ppt/media/image17.png" ContentType="image/png"/>
  <Override PartName="/ppt/media/image5.jpeg" ContentType="image/jpeg"/>
  <Override PartName="/ppt/media/image6.jpeg" ContentType="image/jpeg"/>
  <Override PartName="/ppt/media/image3.jpeg" ContentType="image/jpeg"/>
  <Override PartName="/ppt/media/image2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8668657"/>
        <c:axId val="5862720"/>
      </c:barChart>
      <c:catAx>
        <c:axId val="58668657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5862720"/>
        <c:crosses val="autoZero"/>
        <c:auto val="1"/>
        <c:lblAlgn val="ctr"/>
        <c:lblOffset val="100"/>
        <c:noMultiLvlLbl val="0"/>
      </c:catAx>
      <c:valAx>
        <c:axId val="5862720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866865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13341743"/>
        <c:axId val="59166165"/>
      </c:barChart>
      <c:catAx>
        <c:axId val="13341743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9166165"/>
        <c:crosses val="autoZero"/>
        <c:auto val="1"/>
        <c:lblAlgn val="ctr"/>
        <c:lblOffset val="100"/>
        <c:noMultiLvlLbl val="0"/>
      </c:catAx>
      <c:valAx>
        <c:axId val="5916616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334174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4171695"/>
        <c:axId val="88121492"/>
      </c:barChart>
      <c:catAx>
        <c:axId val="54171695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8121492"/>
        <c:crosses val="autoZero"/>
        <c:auto val="1"/>
        <c:lblAlgn val="ctr"/>
        <c:lblOffset val="100"/>
        <c:noMultiLvlLbl val="0"/>
      </c:catAx>
      <c:valAx>
        <c:axId val="88121492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417169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AD3551-F00C-4286-8796-CCEBC6D83E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F5C3C5-CA3F-4A54-91B3-338781444C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4A958C1-18C7-4683-BFE9-B605A8F63A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BDCD237-43E5-4F05-999C-F6E77B5B2B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B8F219E-50B9-4F18-93D2-B2540D211D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C7D3A80-DD9F-405E-9AB8-6B30C920C0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DB4CD49-1480-490C-8009-B2297BD86C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837225F-CDD4-4410-8B87-6E0EBDBE5D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AE838AF-B2BD-412D-AB4A-9B75303AEB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38E5B6A-4A7A-48E6-8A49-B471ADF5D4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6583B73-5AA0-47B1-9160-37829078EB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359F957A-39E0-49A7-9A08-6B763F1FE3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D84D3E8-86C8-4056-B950-0FD50D0255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B7947E10-AF8D-4A3D-BA76-9A42EC5AA4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0A4D317A-3169-4775-B6AB-05B44418D3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B74AEB21-2256-4EE8-8F98-BEC40FEDA1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F3416D76-301F-4419-A756-5C44E1E383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0E7358AE-2567-4992-9E79-21C12CF5BA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DD28275D-BCF4-4641-8464-28EFB3C32A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60E8195D-47D8-446C-8290-93DB1DF92F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530D0246-AE84-45BD-AA5E-E774ABE700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157F5741-0330-4A1C-81F2-777C0BEE76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B5425EC-5514-4432-AD10-9EFAF5FD56B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7A7DDFD-92B0-4674-B79D-6063214CE0C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CCF2880-03EB-4916-9EDA-86818BA018F5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E4F7BDC-B266-4B8A-92DF-FFD5DF7E9E3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279A6EF-6239-4CF0-ABBE-5F72D7E905A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B5A4121-C27A-417E-AB74-E5F7FDFE721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3A8C071-0623-4F3C-8CD6-3B48F82D82B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5D81C66-3193-44B3-80C8-2D4E9471113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A6788CA-D880-4961-A35F-F4685FB1304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46AE46D-328B-4D46-97A9-8994B9A48DA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CE74B9F-6793-4FB2-ABC4-281C16729AE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7EC8CA4-152D-437C-91DF-39BA01955528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D613C7B-BD6C-4A24-9FF8-019405D88DB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18EA167-8F99-498D-96C2-968334D02C39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156ACAD-FBCE-406B-807F-4A705BD76005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97E250B-F72E-4A0B-873D-7F6A840C014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995DA41-284E-42A0-B6E9-57750F3DEDDB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62EA4B1-75DD-417D-92F6-4EF68ACF681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72A1A37-A123-492D-AF71-C6C8A660B571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901F25B-18DA-4FA5-B4EB-CFC0259A117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70C0212-9E65-49F1-95E3-E91C6E34825E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C5FD3B-EECC-4998-8F7E-A0E63233AC3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3246840" y="2286000"/>
            <a:ext cx="881316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ru-RU" sz="4400" spc="-1" strike="noStrike">
                <a:solidFill>
                  <a:srgbClr val="034185"/>
                </a:solidFill>
                <a:latin typeface="Montserrat"/>
              </a:rPr>
              <a:t>Праздничная презентация</a:t>
            </a:r>
            <a:br>
              <a:rPr sz="4400"/>
            </a:br>
            <a:r>
              <a:rPr b="1" lang="ru-RU" sz="4400" spc="-1" strike="noStrike">
                <a:solidFill>
                  <a:srgbClr val="034185"/>
                </a:solidFill>
                <a:latin typeface="Montserrat"/>
              </a:rPr>
              <a:t>с котиками! 🐱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6120000" y="3960000"/>
            <a:ext cx="5353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23 февраля и 8 марта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3" descr="image.png"/>
          <p:cNvPicPr/>
          <p:nvPr/>
        </p:nvPicPr>
        <p:blipFill>
          <a:blip r:embed="rId2"/>
          <a:stretch/>
        </p:blipFill>
        <p:spPr>
          <a:xfrm>
            <a:off x="5940360" y="4950360"/>
            <a:ext cx="1799640" cy="134964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 txBox="1"/>
          <p:nvPr/>
        </p:nvSpPr>
        <p:spPr>
          <a:xfrm>
            <a:off x="7920000" y="5400000"/>
            <a:ext cx="26128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Постнова Ксения 201С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/>
          <p:nvPr/>
        </p:nvSpPr>
        <p:spPr>
          <a:xfrm>
            <a:off x="2613600" y="1371600"/>
            <a:ext cx="6659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День защитника Отечества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Праздник настоящих мужчин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День силы, мужества и героизма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Поздравляем всех защитников!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Желаем здоровья и успехов!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3354120" y="1371600"/>
            <a:ext cx="5178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Традиции праздника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Поздравления мужчин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Подарки и внимание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Встречи с друзьями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Праздничный стол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4503240" y="1371600"/>
            <a:ext cx="28800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Пожелания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Крепкого здоровья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Удачи во всех начинаниях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Мира и благополучия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Силы духа и оптимизма!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2081520" y="1371600"/>
            <a:ext cx="7723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Международный женский день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Праздник весны и красоты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День женщин всего мира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Время цветов и улыбок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Праздник любви и внимания! 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3552480" y="1371600"/>
            <a:ext cx="47818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История праздника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Отмечается с 1913 года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Символ весны и обновления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Праздник в более 30 странах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День признания заслуг женщин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2688120" y="1371600"/>
            <a:ext cx="651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Цветы - символ праздника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Тюльпаны - классика 8 марта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Мимоза - символ весны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Розы - знак любви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Любой цветок порадует! 🌷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3141000" y="1371600"/>
            <a:ext cx="5604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Пожелания женщинам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Счастья и любви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Красоты и здоровья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Успехов и вдохновения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Весеннего настроения! 💐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3396240" y="1371600"/>
            <a:ext cx="5094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Подарки и внимание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Цветы и открытки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Теплые слова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Забота и помощь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Хорошее настроение!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4107960" y="1371600"/>
            <a:ext cx="3670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С праздником!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914400" y="2286000"/>
            <a:ext cx="6400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Дорогие женщины, вы прекрасны!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Спасибо за вашу заботу и тепло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Будьте счастливы всегда</a:t>
            </a:r>
            <a:br>
              <a:rPr sz="2000"/>
            </a:b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С праздником весны! 💖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Picture 3" descr="image.png"/>
          <p:cNvPicPr/>
          <p:nvPr/>
        </p:nvPicPr>
        <p:blipFill>
          <a:blip r:embed="rId1"/>
          <a:stretch/>
        </p:blipFill>
        <p:spPr>
          <a:xfrm>
            <a:off x="6858000" y="2011680"/>
            <a:ext cx="215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2026-03-07T10:26:11Z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